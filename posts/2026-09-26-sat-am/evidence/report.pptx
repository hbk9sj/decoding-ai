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sales, Q1 vs Q2 2026 (INR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22514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A. Mehta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R. Iyer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S. Das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K. Shah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P. Rao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D. Nair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